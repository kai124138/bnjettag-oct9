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3"/>
                </a:solidFill>
                <a:latin typeface="Calibri"/>
              </a:rPr>
              <a:t>Validation accuracy (5 classes; chance ≈ 0.20)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Sheet1!$A$2:$A$6</c:f>
              <c:strCache>
                <c:ptCount val="5"/>
                <c:pt idx="0">
                  <c:v>Larger net, 5M budget</c:v>
                </c:pt>
                <c:pt idx="1">
                  <c:v>Small net, 350k, other optimizer</c:v>
                </c:pt>
                <c:pt idx="2">
                  <c:v>Small net, 350k (run 2)</c:v>
                </c:pt>
                <c:pt idx="3">
                  <c:v>Small net + positions, 350k</c:v>
                </c:pt>
                <c:pt idx="4">
                  <c:v>Small net, 350k (run 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0.664726</c:v>
                </c:pt>
                <c:pt idx="1">
                  <c:v>0.405371</c:v>
                </c:pt>
                <c:pt idx="2">
                  <c:v>0.320871</c:v>
                </c:pt>
                <c:pt idx="3">
                  <c:v>0.236177</c:v>
                </c:pt>
                <c:pt idx="4">
                  <c:v>0.202129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F"/>
            </a:solidFill>
          </a:ln>
        </c:spPr>
        <c:txPr>
          <a:bodyPr/>
          <a:lstStyle/>
          <a:p>
            <a:pPr>
              <a:defRPr sz="130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majorGridlines>
          <c:spPr>
            <a:ln>
              <a:solidFill>
                <a:srgbClr val="E3E8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3"/>
                </a:solidFill>
                <a:latin typeface="Calibri"/>
              </a:rPr>
              <a:t>Seconds per epoch, 4 runs sharing one GPU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A10</c:v>
                </c:pt>
                <c:pt idx="1">
                  <c:v>RTX 4090</c:v>
                </c:pt>
                <c:pt idx="2">
                  <c:v>A100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114.1</c:v>
                </c:pt>
                <c:pt idx="1">
                  <c:v>55.41</c:v>
                </c:pt>
                <c:pt idx="2">
                  <c:v>47.1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>
                  <a:solidFill>
                    <a:srgbClr val="1F29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F"/>
            </a:solidFill>
          </a:ln>
        </c:spPr>
        <c:txPr>
          <a:bodyPr/>
          <a:lstStyle/>
          <a:p>
            <a:pPr>
              <a:defRPr sz="130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b"/>
        <c:majorGridlines>
          <c:spPr>
            <a:ln>
              <a:solidFill>
                <a:srgbClr val="E3E8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week of results: where binary weights fail, a likely reason, and the test now running. Several slides end with a question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three results. The rest of the deck backs each one and ends with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Their weights choose their own bit widths; ours are fixed at one bit. The question is how much accuracy that costs at the same hardware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500 epochs is 7 % of the full schedule, but the 350k runs had already reached budget and collapsed. Ask the confirm question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Earlier we thought the ±1 weights themselves cost half the budget. The breakdown shows the fixed part is the softmax tables, shared by both weight types. The real binary penalty appears when activations stay on: 619k vs 368k.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Packing several runs on one GPU barely raises total throughput but makes each run several times longer, so one run per GPU is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round finds leads; any lead gets more runs before a full-length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hint: attention lost all precision by epoch 49 at 350k and by epoch 69 even at 750k. One run each, so only a hint.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binary only works above 350k, the headline becomes the cost of binary weights at matched budget, plus measured FPGA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each; note the answer next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Binary-weight transformer jet tagger: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6DF"/>
                </a:solidFill>
                <a:latin typeface="Calibri"/>
              </a:rPr>
              <a:t>Sept 28 – Oct 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6DF"/>
                </a:solidFill>
                <a:latin typeface="Calibri"/>
              </a:rPr>
              <a:t>Kai Yamaguchi  ·  Oct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Bottom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C2410C"/>
                </a:solidFill>
                <a:latin typeface="Cambria"/>
              </a:rPr>
              <a:t>Fails at 350k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Binary networks at the paper's cost budget learn poorly or collapse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F766E"/>
                </a:solidFill>
                <a:latin typeface="Cambria"/>
              </a:rPr>
              <a:t>Works at 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A larger binary net at a 14× larger budget reaches 66.5 % validation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5544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F766E"/>
                </a:solidFill>
                <a:latin typeface="Cambria"/>
              </a:rPr>
              <a:t>Likely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377440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350k cannot keep every activation on; attention is switched off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A 24-run test of five possible causes is set up; it restarts after a fix to an overly strict memory check.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The deciding comparison is binary vs learned bit-width weights at the same budget, as in the reference paper.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Runs train 2–7× faster per epoch on newer GPUs than in our A10 setup; a full 7,000-epoch run now looks like about 30 h on one GPU.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2606D"/>
                </a:solidFill>
                <a:latin typeface="Calibri"/>
              </a:rPr>
              <a:t>Early single-run results on the validation set (62,000 jets); not final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Goal: match the published tagger with ±1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Task: 5-class jet tagging for the CMS Level-1 trigger, 64 particles per jet.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Our model: a small transformer whose weights are only +1 or −1, so the FPGA needs no multipliers.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Cost budget: 350k EBOPs (effective bit operations, the hardware-cost proxy the reference paper trains against).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•  Same training recipe as the paper: 7,000 epochs.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417320"/>
            <a:ext cx="4937760" cy="420624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6459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3"/>
                </a:solidFill>
                <a:latin typeface="Calibri"/>
              </a:rPr>
              <a:t>Reference (Sun et al., arXiv:2510.24784)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194560"/>
            <a:ext cx="43891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F766E"/>
                </a:solidFill>
                <a:latin typeface="Cambria"/>
              </a:rPr>
              <a:t>79.8 %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their best 64-particle model at 350k EBOPs (test set), learned bit-width weights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1F2933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Our rerun of their public code: 80.6 % (one run, so a sanity check only)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Result 1: at 350k the binary networks do not learn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2606D"/>
                </a:solidFill>
                <a:latin typeface="Calibri"/>
              </a:rPr>
              <a:t>Best validation accuracy reached while within budget, after 500 of 7,000 epochs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7665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00200"/>
            <a:ext cx="3931920" cy="233172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783080"/>
            <a:ext cx="3520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Run 1 predicts a single class.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The larger net at 350k never fits the budget at all.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At 350k, attention in every network becomes uniform.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114800"/>
            <a:ext cx="3931920" cy="201168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42793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Confirm with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617720"/>
            <a:ext cx="3474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Fair to say 350k is too tight for binary weights as built, and to test higher budgets next?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2606D"/>
                </a:solidFill>
                <a:latin typeface="Calibri"/>
              </a:rPr>
              <a:t>Early single-run results on the validation set (62,000 jets); not final numbers. Small net: width 24, 2 heads. Larger net: width 32, 4 heads.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Result 2: 350k cannot keep the whole network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2606D"/>
                </a:solidFill>
                <a:latin typeface="Calibri"/>
              </a:rPr>
              <a:t>Cost in EBOPs, computed from the network definitions (not from training)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949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5544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Fixed cost*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All activations ≥ 1 bit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Small net, ±1 weights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171,526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619,198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Small net, learned-width weights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171,526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368,134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Larger net, ±1 weights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343,053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1,005,741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6949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At 350k every version must switch some activations off; attention goes first, which is the collapse we see.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Binary needs about 1.7× the budget of learned widths to keep everything on, because its weights cannot drop to zero.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The larger net's fixed cost alone nearly fills 350k.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810512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Confirm with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48840"/>
            <a:ext cx="32918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Does this match your expectation, or is there another cause we should rule out?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11480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297680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Consequence: above about 620k the binary small net could keep every activation on, so 1M is a natural comparison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2606D"/>
                </a:solidFill>
                <a:latin typeface="Calibri"/>
              </a:rPr>
              <a:t>* Fixed cost is the attention softmax lookup tables, the same for both weight types; the larger net has twice the heads.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Result 3: training is 2–7× faster per epoch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28016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79" y="1463040"/>
            <a:ext cx="3657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F766E"/>
                </a:solidFill>
                <a:latin typeface="Cambria"/>
              </a:rPr>
              <a:t>15.4 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per epoch for one run alone on an RTX 3090 (measured Oct 6): a 7,000-epoch run in about 30 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4048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40050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Confirm with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343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OK to move training from A10s to RTX 3090/4090s?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 Also fixed this week: a memory leak that stalled training, a training-controller issue, and one faulty GPU node, now avoided.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2606D"/>
                </a:solidFill>
                <a:latin typeface="Calibri"/>
              </a:rPr>
              <a:t>Benchmark: 20 epochs per configuration, one machine 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Running now: a test of five possible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2606D"/>
                </a:solidFill>
                <a:latin typeface="Calibri"/>
              </a:rPr>
              <a:t>24 short runs (500 epochs each), success criteria fixed in advance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206240"/>
                <a:gridCol w="3291840"/>
              </a:tblGrid>
              <a:tr h="54863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Possible cause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Supported if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Training controller reads an inaccurate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350k with and without the controller fix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Only the fixed runs learn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Budget too small for ±1 weights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Budget ladder 250k → 5M, both network sizes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Learning returns as budget grows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Attention starved first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Attention kept at ≥ 1 bit, at 350k and 450k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Attention and accuracy recover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Budget enforced too early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Delay the squeeze by 50 or 100 epochs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Later squeeze learns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Binary weights themselves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Learned bit-width weights at 350k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Calibri"/>
                        </a:rPr>
                        <a:t>Learned widths learn, binary does not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Success = within budget, validation accuracy ≥ 50 %, and attention not uniform. Two control runs (no budget; larger net at 5M) must pass for any result to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Status: first round stopped early; fix is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2606D"/>
                </a:solidFill>
                <a:latin typeface="Calibri"/>
              </a:rPr>
              <a:t>A memory check meant for 7,000-epoch runs stopped 23 of 24 runs at epoch 104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(epoch 104 of 500)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 accuracy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 AUC</a:t>
                      </a:r>
                    </a:p>
                  </a:txBody>
                  <a:tcPr marL="91440" marR="91440" marT="45720" marB="45720">
                    <a:solidFill>
                      <a:srgbClr val="1E2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No budget (control)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0.543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750k budget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350k, controller fix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0.487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350k, attention ≥ 1 bit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0.337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 marL="91440" marR="91440" marT="45720" marB="45720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45920"/>
            <a:ext cx="3931920" cy="27432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520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The check projected memory to epoch 7,000 instead of 500.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One run finished all 500 epochs.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About 18 of 144 planned GPU-hours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57200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47365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Confirm with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5074920"/>
            <a:ext cx="3474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Relaunch the 23 runs today? Results in about 4 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2606D"/>
                </a:solidFill>
                <a:latin typeface="Calibri"/>
              </a:rPr>
              <a:t>Early single-run results on the validation set (62,000 jets); not final numbers. At epoch 104 the 350k runs were still above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2933"/>
                </a:solidFill>
                <a:latin typeface="Cambria"/>
              </a:rPr>
              <a:t>Plan for the next two weeks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819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</a:rP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7276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933"/>
                </a:solidFill>
                <a:latin typeface="Calibri"/>
              </a:rPr>
              <a:t>Rerun the 24-run test; identify the cause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</a:rPr>
              <a:t>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2432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933"/>
                </a:solidFill>
                <a:latin typeface="Calibri"/>
              </a:rPr>
              <a:t>Binary vs learned bit-width weights, same network and budget, 8 runs each, full 7,000 epochs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85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</a:rPr>
              <a:t>In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75887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933"/>
                </a:solidFill>
                <a:latin typeface="Calibri"/>
              </a:rPr>
              <a:t>FPGA synthesis of the best models: logic used, multipliers, latency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365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0915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933"/>
                </a:solidFill>
                <a:latin typeface="Calibr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72744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933"/>
                </a:solidFill>
                <a:latin typeface="Calibri"/>
              </a:rPr>
              <a:t>A workshop-length result: binary vs learned widths at matched cost, with hardware numbers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Decisions to confirm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2B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27631"/>
            <a:ext cx="7863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If binary only works above 350k, is a matched-budget comparison at 1M–2M still worth pursuing?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627631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6DF"/>
                </a:solidFill>
                <a:latin typeface="Calibri"/>
              </a:rPr>
              <a:t>Proposed: 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2B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87752"/>
            <a:ext cx="7863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If a binary model is accurate but its attention is uniform (it acts like a Deep Set), does that count as success?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58775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6DF"/>
                </a:solidFill>
                <a:latin typeface="Calibri"/>
              </a:rPr>
              <a:t>Proposed: yes, reported as such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2B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7863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Move training to RTX 3090/4090 GPUs?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54787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6DF"/>
                </a:solidFill>
                <a:latin typeface="Calibri"/>
              </a:rPr>
              <a:t>Proposed: 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2B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07992"/>
            <a:ext cx="7863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Aim first for a workshop paper (e.g. FastML, ML4PS) before full FPGA place-and-route?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50799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6DF"/>
                </a:solidFill>
                <a:latin typeface="Calibri"/>
              </a:rPr>
              <a:t>Proposed: 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2B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68112"/>
            <a:ext cx="7863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Time on the synthesis machine over the next two weeks?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46811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9D6DF"/>
                </a:solidFill>
                <a:latin typeface="Calibri"/>
              </a:rPr>
              <a:t>Needed for hardware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